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52"/>
    <p:restoredTop sz="94677"/>
  </p:normalViewPr>
  <p:slideViewPr>
    <p:cSldViewPr snapToGrid="0">
      <p:cViewPr varScale="1">
        <p:scale>
          <a:sx n="204" d="100"/>
          <a:sy n="204" d="100"/>
        </p:scale>
        <p:origin x="23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F084-E55D-4EFA-99B4-27D638ECB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7BD19-22F8-7BC1-2695-4203C0D43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E80AC-84C8-7C9A-251A-B2B1656C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45FCC-CF50-CE23-C993-A3BC57BF5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5F366-4E2B-EBD6-9078-C42C3AA7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72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2B765-3940-26B2-91C4-D6D174F1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B3431-A07B-39A3-832E-0E2786E5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DC7DB-4405-593A-7CCA-E972CD71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94DE9-8166-17FD-F238-DA7C8D37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22BCD-2D89-6317-7DF0-067DFD56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0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23921-54A1-73D8-19BD-A4E13FD3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A366B-BD41-FA2F-3380-3D48E5973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48EF-E4C7-0B03-5BFF-77BED0F35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BE5B8-18CC-C41E-703C-68B17C690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C791C-6627-DEC7-B298-305F226AE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7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A107-9C90-49C2-236C-CD75F2A0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FB56E-0128-D98A-3163-421328333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1AC67-38F3-7937-C48B-88D0C0D38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8818F-9625-4398-7FEA-5B62A41EE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92379-53FD-F264-F820-6F1ABCE6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3BFD8-1618-DA7A-26EE-AAF308037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8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23486-94BA-EB03-BE68-5F1359CC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FC908-E82B-9ADC-8B39-C2A07C520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2937C-2238-9399-B0FC-0C0ACC2D4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8A4F6-BCBD-C2AB-912A-3474CDDC2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F7013-62A4-9AF5-B2B3-BB0D150A84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1C94AE-765E-94B4-E366-9071BABD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E43A3F-F45D-597E-46D8-C41AEB096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C53770-EEC5-247E-10E0-682FF083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5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0219-2672-6E2D-083D-CAA882AB2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C1FF2-74F8-7BC3-5CA7-A3C35E16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D1BB1-E1C5-EB13-A4D7-B8E608F8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2B96A-94EB-D488-BFBD-3018FFD1C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92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FB166-9282-DB12-1B6A-6428A1AB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9E44F-5098-CAFB-DFB2-21AADBAF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0D213-9D1B-3A06-F98D-03CEC694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9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0242-983B-F4E0-8914-6FE56F9FF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2F9D5-B77C-942A-0EC6-943EC17A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788B7-2A01-D6A0-BDE7-BB955495D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CDD6D-7BC0-BF2A-0C5D-AC239DFD6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DFE3D-E05D-1B84-2F51-6A3F9B2A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29452-ED85-E7AC-FDB8-A07017B7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92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4145A-1CC4-3D77-FAE4-891204AB8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943901-64EC-8848-95C0-04A24481F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A30D2-4112-55BA-95F5-AC9732E70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BA4FF-5ADB-65FD-90BB-72BB8481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71F9A-23B4-19AF-6602-99E0BCAE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4431B-9A80-252B-1D11-C248CB5C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8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D9D2-9C0E-BD21-F424-6A0B4F28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35FA8-AB37-9B23-1C69-F567C8CBE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AF3CE-0572-288E-DCAB-D6CF63FA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3B660-8A32-EFDF-5C8B-0A2579FA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D3986-6F18-C423-18F1-A5194D895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5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A07AE6-DCE7-210A-EFC2-C27F354965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C65463-5DDF-BEAF-8D9A-D6A4D9D6A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001E0-AD84-480E-95F5-D5162979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3665B-8183-E7A0-9B64-32D46370D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8498E-A22B-25CE-2501-9AAAAC90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4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C797B-DAE6-60D8-65A3-76D1D9AE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060C4-2B30-D521-D429-E6BACD5F6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95D1D-5D07-0AF8-99FB-892FFDBAB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5D791-E542-3240-9584-A03B218F2B8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173C2-D062-C8B0-8DFA-16FDE14E1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0A329-9443-1786-77F5-BB8192F46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8E41B-527B-B14E-ADFA-196C3C3FB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97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1489C2-7E41-8015-E0F9-381E373F85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" t="18986" b="5277"/>
          <a:stretch>
            <a:fillRect/>
          </a:stretch>
        </p:blipFill>
        <p:spPr>
          <a:xfrm>
            <a:off x="2050473" y="1701209"/>
            <a:ext cx="8432196" cy="4219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D0B9F-669A-98BD-4945-44354ED724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56" t="9665" r="20741" b="82510"/>
          <a:stretch>
            <a:fillRect/>
          </a:stretch>
        </p:blipFill>
        <p:spPr>
          <a:xfrm>
            <a:off x="6625450" y="1791855"/>
            <a:ext cx="3762561" cy="4618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50718F-0E10-541B-C1BD-CB2A69DC6E20}"/>
              </a:ext>
            </a:extLst>
          </p:cNvPr>
          <p:cNvSpPr txBox="1"/>
          <p:nvPr/>
        </p:nvSpPr>
        <p:spPr>
          <a:xfrm rot="16200000">
            <a:off x="319157" y="3259722"/>
            <a:ext cx="3068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Receptor Related Brain Activity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5C737-2545-A476-1A9C-437422CCFAEC}"/>
              </a:ext>
            </a:extLst>
          </p:cNvPr>
          <p:cNvSpPr txBox="1"/>
          <p:nvPr/>
        </p:nvSpPr>
        <p:spPr>
          <a:xfrm rot="18577675">
            <a:off x="3721972" y="5690420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BBE8CA-726E-4C5A-EC2B-C7825AF9D38B}"/>
              </a:ext>
            </a:extLst>
          </p:cNvPr>
          <p:cNvSpPr txBox="1"/>
          <p:nvPr/>
        </p:nvSpPr>
        <p:spPr>
          <a:xfrm rot="18577675">
            <a:off x="4844191" y="5690420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C9E93-17E4-18ED-9768-FA395547BC3A}"/>
              </a:ext>
            </a:extLst>
          </p:cNvPr>
          <p:cNvSpPr txBox="1"/>
          <p:nvPr/>
        </p:nvSpPr>
        <p:spPr>
          <a:xfrm rot="18577675">
            <a:off x="5985874" y="5690419"/>
            <a:ext cx="22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F326AA-1732-266B-529A-3739E780C1CB}"/>
              </a:ext>
            </a:extLst>
          </p:cNvPr>
          <p:cNvSpPr txBox="1"/>
          <p:nvPr/>
        </p:nvSpPr>
        <p:spPr>
          <a:xfrm rot="18577675">
            <a:off x="7180395" y="5644049"/>
            <a:ext cx="222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9853B4-DCE0-2E1B-B90F-E84DD5B7791A}"/>
              </a:ext>
            </a:extLst>
          </p:cNvPr>
          <p:cNvSpPr txBox="1"/>
          <p:nvPr/>
        </p:nvSpPr>
        <p:spPr>
          <a:xfrm rot="18577675">
            <a:off x="8290615" y="5636163"/>
            <a:ext cx="222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565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87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4322</TotalTime>
  <Words>9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Kushagra Verma</dc:creator>
  <cp:lastModifiedBy>Kushagra Verma</cp:lastModifiedBy>
  <cp:revision>1</cp:revision>
  <dcterms:created xsi:type="dcterms:W3CDTF">2026-08-14T15:34:52Z</dcterms:created>
  <dcterms:modified xsi:type="dcterms:W3CDTF">2026-08-17T15:37:32Z</dcterms:modified>
</cp:coreProperties>
</file>